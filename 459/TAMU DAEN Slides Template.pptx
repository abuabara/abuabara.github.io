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embeddedFontLst>
    <p:embeddedFont>
      <p:font typeface="Libre Franklin" pitchFamily="2" charset="77"/>
      <p:regular r:id="rId6"/>
      <p:bold r:id="rId7"/>
      <p:italic r:id="rId8"/>
      <p:boldItalic r:id="rId9"/>
    </p:embeddedFont>
    <p:embeddedFont>
      <p:font typeface="Libre Franklin Medium" panose="020F0502020204030204" pitchFamily="3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ZzCuMi8F0uN2jrt8O9XisJRNQ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0" Type="http://schemas.openxmlformats.org/officeDocument/2006/relationships/font" Target="fonts/font5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b5ea1336d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g2b5ea1336d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g2b5ea1336d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5ea1336d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2b5ea1336db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" name="Google Shape;59;g2b5ea1336db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/>
          <p:nvPr/>
        </p:nvSpPr>
        <p:spPr>
          <a:xfrm>
            <a:off x="6852897" y="255991"/>
            <a:ext cx="5350584" cy="808348"/>
          </a:xfrm>
          <a:custGeom>
            <a:avLst/>
            <a:gdLst/>
            <a:ahLst/>
            <a:cxnLst/>
            <a:rect l="l" t="t" r="r" b="b"/>
            <a:pathLst>
              <a:path w="4383788" h="527584" extrusionOk="0">
                <a:moveTo>
                  <a:pt x="0" y="527584"/>
                </a:moveTo>
                <a:lnTo>
                  <a:pt x="658256" y="0"/>
                </a:lnTo>
                <a:lnTo>
                  <a:pt x="4383338" y="271"/>
                </a:lnTo>
                <a:cubicBezTo>
                  <a:pt x="4385306" y="176042"/>
                  <a:pt x="4380066" y="351813"/>
                  <a:pt x="4382034" y="527584"/>
                </a:cubicBezTo>
                <a:lnTo>
                  <a:pt x="0" y="527584"/>
                </a:lnTo>
                <a:close/>
              </a:path>
            </a:pathLst>
          </a:cu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6"/>
          <p:cNvSpPr/>
          <p:nvPr/>
        </p:nvSpPr>
        <p:spPr>
          <a:xfrm>
            <a:off x="-16805" y="6404124"/>
            <a:ext cx="10380005" cy="296333"/>
          </a:xfrm>
          <a:custGeom>
            <a:avLst/>
            <a:gdLst/>
            <a:ahLst/>
            <a:cxnLst/>
            <a:rect l="l" t="t" r="r" b="b"/>
            <a:pathLst>
              <a:path w="7785004" h="222250" extrusionOk="0">
                <a:moveTo>
                  <a:pt x="5774" y="0"/>
                </a:moveTo>
                <a:lnTo>
                  <a:pt x="7785004" y="0"/>
                </a:lnTo>
                <a:lnTo>
                  <a:pt x="7562754" y="222250"/>
                </a:lnTo>
                <a:lnTo>
                  <a:pt x="0" y="222250"/>
                </a:lnTo>
                <a:lnTo>
                  <a:pt x="5774" y="0"/>
                </a:lnTo>
                <a:close/>
              </a:path>
            </a:pathLst>
          </a:custGeom>
          <a:solidFill>
            <a:srgbClr val="330217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6"/>
          <p:cNvSpPr/>
          <p:nvPr/>
        </p:nvSpPr>
        <p:spPr>
          <a:xfrm rot="10800000">
            <a:off x="10140177" y="6404124"/>
            <a:ext cx="2070008" cy="296333"/>
          </a:xfrm>
          <a:custGeom>
            <a:avLst/>
            <a:gdLst/>
            <a:ahLst/>
            <a:cxnLst/>
            <a:rect l="l" t="t" r="r" b="b"/>
            <a:pathLst>
              <a:path w="1552506" h="222250" extrusionOk="0">
                <a:moveTo>
                  <a:pt x="4096" y="0"/>
                </a:moveTo>
                <a:lnTo>
                  <a:pt x="1552506" y="0"/>
                </a:lnTo>
                <a:lnTo>
                  <a:pt x="1330256" y="222250"/>
                </a:lnTo>
                <a:lnTo>
                  <a:pt x="0" y="222250"/>
                </a:lnTo>
                <a:cubicBezTo>
                  <a:pt x="1365" y="148167"/>
                  <a:pt x="2731" y="74083"/>
                  <a:pt x="4096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6"/>
          <p:cNvSpPr txBox="1">
            <a:spLocks noGrp="1"/>
          </p:cNvSpPr>
          <p:nvPr>
            <p:ph type="sldNum" idx="12"/>
          </p:nvPr>
        </p:nvSpPr>
        <p:spPr>
          <a:xfrm>
            <a:off x="10575768" y="6356351"/>
            <a:ext cx="7018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ftr" idx="11"/>
          </p:nvPr>
        </p:nvSpPr>
        <p:spPr>
          <a:xfrm>
            <a:off x="914400" y="6356351"/>
            <a:ext cx="833735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title"/>
          </p:nvPr>
        </p:nvSpPr>
        <p:spPr>
          <a:xfrm>
            <a:off x="609600" y="255992"/>
            <a:ext cx="6040581" cy="808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body" idx="1"/>
          </p:nvPr>
        </p:nvSpPr>
        <p:spPr>
          <a:xfrm>
            <a:off x="609600" y="1285393"/>
            <a:ext cx="10972800" cy="484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26" descr="16x9PPBackground.ps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806" y="0"/>
            <a:ext cx="1222699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">
  <p:cSld name="Layout 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9"/>
          <p:cNvSpPr txBox="1">
            <a:spLocks noGrp="1"/>
          </p:cNvSpPr>
          <p:nvPr>
            <p:ph type="title"/>
          </p:nvPr>
        </p:nvSpPr>
        <p:spPr>
          <a:xfrm>
            <a:off x="609600" y="255991"/>
            <a:ext cx="5886643" cy="80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 Medium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9"/>
          <p:cNvSpPr txBox="1">
            <a:spLocks noGrp="1"/>
          </p:cNvSpPr>
          <p:nvPr>
            <p:ph type="body" idx="1"/>
          </p:nvPr>
        </p:nvSpPr>
        <p:spPr>
          <a:xfrm>
            <a:off x="609600" y="1439334"/>
            <a:ext cx="10974917" cy="46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2">
  <p:cSld name="Layout 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>
            <a:spLocks noGrp="1"/>
          </p:cNvSpPr>
          <p:nvPr>
            <p:ph type="title"/>
          </p:nvPr>
        </p:nvSpPr>
        <p:spPr>
          <a:xfrm>
            <a:off x="609600" y="255991"/>
            <a:ext cx="5886643" cy="80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body" idx="1"/>
          </p:nvPr>
        </p:nvSpPr>
        <p:spPr>
          <a:xfrm>
            <a:off x="609600" y="1439334"/>
            <a:ext cx="5886451" cy="462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>
            <a:spLocks noGrp="1"/>
          </p:cNvSpPr>
          <p:nvPr>
            <p:ph type="pic" idx="2"/>
          </p:nvPr>
        </p:nvSpPr>
        <p:spPr>
          <a:xfrm>
            <a:off x="6834718" y="1439334"/>
            <a:ext cx="4718049" cy="4624917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31"/>
          <p:cNvSpPr txBox="1"/>
          <p:nvPr/>
        </p:nvSpPr>
        <p:spPr>
          <a:xfrm>
            <a:off x="9960865" y="646177"/>
            <a:ext cx="246308" cy="779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4267" b="0" i="0" u="none" strike="noStrike" cap="non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/>
          <p:nvPr/>
        </p:nvSpPr>
        <p:spPr>
          <a:xfrm>
            <a:off x="-16805" y="6404124"/>
            <a:ext cx="10380005" cy="296333"/>
          </a:xfrm>
          <a:custGeom>
            <a:avLst/>
            <a:gdLst/>
            <a:ahLst/>
            <a:cxnLst/>
            <a:rect l="l" t="t" r="r" b="b"/>
            <a:pathLst>
              <a:path w="7785004" h="222250" extrusionOk="0">
                <a:moveTo>
                  <a:pt x="5774" y="0"/>
                </a:moveTo>
                <a:lnTo>
                  <a:pt x="7785004" y="0"/>
                </a:lnTo>
                <a:lnTo>
                  <a:pt x="7562754" y="222250"/>
                </a:lnTo>
                <a:lnTo>
                  <a:pt x="0" y="222250"/>
                </a:lnTo>
                <a:lnTo>
                  <a:pt x="5774" y="0"/>
                </a:lnTo>
                <a:close/>
              </a:path>
            </a:pathLst>
          </a:custGeom>
          <a:solidFill>
            <a:srgbClr val="330217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5"/>
          <p:cNvSpPr/>
          <p:nvPr/>
        </p:nvSpPr>
        <p:spPr>
          <a:xfrm rot="10800000">
            <a:off x="10140177" y="6404124"/>
            <a:ext cx="2070008" cy="296333"/>
          </a:xfrm>
          <a:custGeom>
            <a:avLst/>
            <a:gdLst/>
            <a:ahLst/>
            <a:cxnLst/>
            <a:rect l="l" t="t" r="r" b="b"/>
            <a:pathLst>
              <a:path w="1552506" h="222250" extrusionOk="0">
                <a:moveTo>
                  <a:pt x="4096" y="0"/>
                </a:moveTo>
                <a:lnTo>
                  <a:pt x="1552506" y="0"/>
                </a:lnTo>
                <a:lnTo>
                  <a:pt x="1330256" y="222250"/>
                </a:lnTo>
                <a:lnTo>
                  <a:pt x="0" y="222250"/>
                </a:lnTo>
                <a:cubicBezTo>
                  <a:pt x="1365" y="148167"/>
                  <a:pt x="2731" y="74083"/>
                  <a:pt x="4096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5"/>
          <p:cNvSpPr txBox="1"/>
          <p:nvPr/>
        </p:nvSpPr>
        <p:spPr>
          <a:xfrm>
            <a:off x="10575768" y="6379443"/>
            <a:ext cx="7018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333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 sz="1333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" name="Google Shape;13;p25"/>
          <p:cNvSpPr txBox="1"/>
          <p:nvPr/>
        </p:nvSpPr>
        <p:spPr>
          <a:xfrm>
            <a:off x="609601" y="6369728"/>
            <a:ext cx="68595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333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Wm Michael Barnes ’64 Department of Industrial and Systems Engineering 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609600" y="255991"/>
            <a:ext cx="5886643" cy="80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 Medium"/>
              <a:buNone/>
              <a:defRPr sz="1800" b="0" i="0" u="none" strike="noStrike" cap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6" name="Google Shape;16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92024" y="44427"/>
            <a:ext cx="3090376" cy="130196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/>
          <p:nvPr/>
        </p:nvSpPr>
        <p:spPr>
          <a:xfrm>
            <a:off x="5472545" y="1393150"/>
            <a:ext cx="6730936" cy="1500909"/>
          </a:xfrm>
          <a:custGeom>
            <a:avLst/>
            <a:gdLst/>
            <a:ahLst/>
            <a:cxnLst/>
            <a:rect l="l" t="t" r="r" b="b"/>
            <a:pathLst>
              <a:path w="4052095" h="533051" extrusionOk="0">
                <a:moveTo>
                  <a:pt x="0" y="533051"/>
                </a:moveTo>
                <a:lnTo>
                  <a:pt x="470504" y="0"/>
                </a:lnTo>
                <a:lnTo>
                  <a:pt x="4051645" y="5738"/>
                </a:lnTo>
                <a:cubicBezTo>
                  <a:pt x="4053613" y="181509"/>
                  <a:pt x="4048373" y="357280"/>
                  <a:pt x="4050341" y="533051"/>
                </a:cubicBezTo>
                <a:lnTo>
                  <a:pt x="0" y="53305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5032911" y="4294780"/>
            <a:ext cx="5621525" cy="507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</a:pPr>
            <a:r>
              <a:rPr lang="en-US" sz="2133" b="1" dirty="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Fall </a:t>
            </a:r>
            <a:r>
              <a:rPr lang="en-US" sz="2133" b="1" i="0" u="none" strike="noStrike" cap="none" dirty="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2025</a:t>
            </a:r>
            <a:endParaRPr sz="2133" b="1" i="0" u="none" strike="noStrike" cap="none" dirty="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</a:pPr>
            <a:endParaRPr sz="2133" b="1" i="0" u="none" strike="noStrike" cap="none" dirty="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</a:pPr>
            <a:endParaRPr sz="2133" b="1" i="0" u="none" strike="noStrike" cap="none" dirty="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</a:pPr>
            <a:endParaRPr sz="1867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1537564" y="3458033"/>
            <a:ext cx="9116873" cy="85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DAEN 459 Capstone Senior Design Planning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11551" y="1725189"/>
            <a:ext cx="5885493" cy="876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b5ea1336db_0_0"/>
          <p:cNvSpPr txBox="1">
            <a:spLocks noGrp="1"/>
          </p:cNvSpPr>
          <p:nvPr>
            <p:ph type="title"/>
          </p:nvPr>
        </p:nvSpPr>
        <p:spPr>
          <a:xfrm>
            <a:off x="609600" y="255991"/>
            <a:ext cx="5886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/>
              <a:t>Title</a:t>
            </a:r>
            <a:endParaRPr sz="4800"/>
          </a:p>
        </p:txBody>
      </p:sp>
      <p:sp>
        <p:nvSpPr>
          <p:cNvPr id="55" name="Google Shape;55;g2b5ea1336db_0_0"/>
          <p:cNvSpPr txBox="1">
            <a:spLocks noGrp="1"/>
          </p:cNvSpPr>
          <p:nvPr>
            <p:ph type="body" idx="1"/>
          </p:nvPr>
        </p:nvSpPr>
        <p:spPr>
          <a:xfrm>
            <a:off x="609600" y="1439334"/>
            <a:ext cx="10974900" cy="46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b5ea1336db_0_6"/>
          <p:cNvSpPr txBox="1">
            <a:spLocks noGrp="1"/>
          </p:cNvSpPr>
          <p:nvPr>
            <p:ph type="title"/>
          </p:nvPr>
        </p:nvSpPr>
        <p:spPr>
          <a:xfrm>
            <a:off x="609600" y="255991"/>
            <a:ext cx="5886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/>
              <a:t>Title</a:t>
            </a:r>
            <a:endParaRPr sz="4800"/>
          </a:p>
        </p:txBody>
      </p:sp>
      <p:sp>
        <p:nvSpPr>
          <p:cNvPr id="62" name="Google Shape;62;g2b5ea1336db_0_6"/>
          <p:cNvSpPr txBox="1">
            <a:spLocks noGrp="1"/>
          </p:cNvSpPr>
          <p:nvPr>
            <p:ph type="body" idx="1"/>
          </p:nvPr>
        </p:nvSpPr>
        <p:spPr>
          <a:xfrm>
            <a:off x="609600" y="1439334"/>
            <a:ext cx="5886600" cy="46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63" name="Google Shape;63;g2b5ea1336db_0_6"/>
          <p:cNvSpPr>
            <a:spLocks noGrp="1"/>
          </p:cNvSpPr>
          <p:nvPr>
            <p:ph type="pic" idx="2"/>
          </p:nvPr>
        </p:nvSpPr>
        <p:spPr>
          <a:xfrm>
            <a:off x="6834718" y="1439334"/>
            <a:ext cx="4718100" cy="462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Macintosh PowerPoint</Application>
  <PresentationFormat>Widescreen</PresentationFormat>
  <Paragraphs>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Libre Franklin</vt:lpstr>
      <vt:lpstr>Calibri</vt:lpstr>
      <vt:lpstr>Libre Franklin Medium</vt:lpstr>
      <vt:lpstr>1_Office Theme</vt:lpstr>
      <vt:lpstr>PowerPoint Presentation</vt:lpstr>
      <vt:lpstr>Title</vt:lpstr>
      <vt:lpstr>Title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Alexander Abuabara</dc:creator>
  <cp:keywords/>
  <dc:description/>
  <cp:lastModifiedBy>Abuabara, Alexander</cp:lastModifiedBy>
  <cp:revision>2</cp:revision>
  <dcterms:created xsi:type="dcterms:W3CDTF">2024-01-09T14:08:13Z</dcterms:created>
  <dcterms:modified xsi:type="dcterms:W3CDTF">2025-10-05T21:09:28Z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0x01010098F69DA98867094E8DD383E9331D81C6</vt:lpwstr>
  </property>
</Properties>
</file>