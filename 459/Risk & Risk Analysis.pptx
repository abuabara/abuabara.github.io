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57c528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57c528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f90ad940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f90ad940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d57c5286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d57c528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90ad940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90ad940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d57c528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d57c528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d57c528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d57c528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f90ad940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f90ad940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f90ad940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f90ad940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f90ad940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f90ad940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90ad940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90ad940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f90ad9408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f90ad9408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Risk Analysis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DAEN 459 - Capstone Senior Design Planning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Risk Matters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6396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potential for an undesired event or outcome due to uncertainty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Projects don’t fail because of risk, they fail due to mishandling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Risk is underestimated early, overcorrected later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= Likelihood x Consequence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4059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Likelihood - Probability an unwanted event occurs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Consequence - Severity of impact if the event occurs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Used to quantify severity of risk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8750" y="1853850"/>
            <a:ext cx="4050450" cy="2297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Risk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Quality (incomplete or noisy data)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Technical (Tool failure or bugs in the code)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Analytical (Incorrect assumptions)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Scheduling Risk (Underestimating time to complete different stages)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Communication (Misalignment between stakeholder expectations and results)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Mitigations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Quality - Validation scripts, schema control, version control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Technical - Automated testing and logging, modularize code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Analytical - Document assumptions, exploratory data analysis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Schedule - Track progress, build buffers into timelines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Communication - Use non-technical summaries, regular meetings with stakeholder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Lifecycle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Identify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Analyze (probability x impact)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Mitigate (develop response plans)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Monitor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Communicate (update stakeholders)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process is </a:t>
            </a:r>
            <a:r>
              <a:rPr b="1" lang="en"/>
              <a:t>cyclical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at the MITRE Corporation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Build MILP model for fuel logistics optimization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Systemic risks not just coding ones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Comprehensive testing suite to minimize risk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Don’t just build point solutions, think about downstream effects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725" y="4264400"/>
            <a:ext cx="3750276" cy="8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at the MITRE Corporation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60300" y="18538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Quality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Incomplete or classified supplier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Look for ownership sources/data. Acknowledge gaps in report and data sources used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Technical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Incorrect objective/energy function formulation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Simplified pilot regions to test layout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Analytical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Blindly trusting solver and program outputs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Manually check constraints to ensure proper model formulation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725" y="4264400"/>
            <a:ext cx="3750276" cy="8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120250" y="578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Analysis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0425"/>
            <a:ext cx="9144000" cy="30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28225" y="562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Analysis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1433"/>
            <a:ext cx="9144002" cy="3383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Communicating Risk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Risk is always present so there is nothing to be worried about!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Track residual risk closest and present this to stakeholders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Make sure they accept that this risk will be present in the </a:t>
            </a:r>
            <a:r>
              <a:rPr lang="en"/>
              <a:t>system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Prioritize by impact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Document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Have We Learned?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2078875"/>
            <a:ext cx="3905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Anticipate uncertainty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Always consider edge cases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Document any and all assumptions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Constantly test and validate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Properly </a:t>
            </a:r>
            <a:r>
              <a:rPr lang="en"/>
              <a:t>communicate with stakeholders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