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1" r:id="rId3"/>
    <p:sldId id="258" r:id="rId4"/>
  </p:sldIdLst>
  <p:sldSz cx="12192000" cy="6858000"/>
  <p:notesSz cx="6858000" cy="9144000"/>
  <p:embeddedFontLst>
    <p:embeddedFont>
      <p:font typeface="Libre Franklin" pitchFamily="2" charset="77"/>
      <p:regular r:id="rId6"/>
      <p:bold r:id="rId7"/>
      <p:italic r:id="rId8"/>
      <p:boldItalic r:id="rId9"/>
    </p:embeddedFont>
    <p:embeddedFont>
      <p:font typeface="Libre Franklin Medium" pitchFamily="2" charset="77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ZzCuMi8F0uN2jrt8O9XisJRNQ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ondo, Jon P" userId="cb2fbc92-8b3e-4af4-a374-4294991c8c36" providerId="ADAL" clId="{18066778-C407-46B3-8557-AE108C71F827}"/>
    <pc:docChg chg="modSld">
      <pc:chgData name="Elizondo, Jon P" userId="cb2fbc92-8b3e-4af4-a374-4294991c8c36" providerId="ADAL" clId="{18066778-C407-46B3-8557-AE108C71F827}" dt="2026-01-27T17:00:27.300" v="22" actId="20577"/>
      <pc:docMkLst>
        <pc:docMk/>
      </pc:docMkLst>
      <pc:sldChg chg="modSp mod">
        <pc:chgData name="Elizondo, Jon P" userId="cb2fbc92-8b3e-4af4-a374-4294991c8c36" providerId="ADAL" clId="{18066778-C407-46B3-8557-AE108C71F827}" dt="2026-01-27T17:00:27.300" v="22" actId="20577"/>
        <pc:sldMkLst>
          <pc:docMk/>
          <pc:sldMk cId="0" sldId="257"/>
        </pc:sldMkLst>
        <pc:spChg chg="mod">
          <ac:chgData name="Elizondo, Jon P" userId="cb2fbc92-8b3e-4af4-a374-4294991c8c36" providerId="ADAL" clId="{18066778-C407-46B3-8557-AE108C71F827}" dt="2026-01-27T17:00:27.300" v="22" actId="20577"/>
          <ac:spMkLst>
            <pc:docMk/>
            <pc:sldMk cId="0" sldId="257"/>
            <ac:spMk id="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E12ED82A-5A0A-ED46-EE47-D6014ADF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b5ea1336db_0_0:notes">
            <a:extLst>
              <a:ext uri="{FF2B5EF4-FFF2-40B4-BE49-F238E27FC236}">
                <a16:creationId xmlns:a16="http://schemas.microsoft.com/office/drawing/2014/main" id="{AB4B7E85-BE60-899C-8415-D74EC954DB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2b5ea1336db_0_0:notes">
            <a:extLst>
              <a:ext uri="{FF2B5EF4-FFF2-40B4-BE49-F238E27FC236}">
                <a16:creationId xmlns:a16="http://schemas.microsoft.com/office/drawing/2014/main" id="{71B7286D-F4F0-49FD-0580-C3146D8E2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g2b5ea1336db_0_0:notes">
            <a:extLst>
              <a:ext uri="{FF2B5EF4-FFF2-40B4-BE49-F238E27FC236}">
                <a16:creationId xmlns:a16="http://schemas.microsoft.com/office/drawing/2014/main" id="{E6708447-F27E-E1CD-E472-36E45369A1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97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b5ea1336d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g2b5ea1336d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g2b5ea1336d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/>
          <p:nvPr/>
        </p:nvSpPr>
        <p:spPr>
          <a:xfrm>
            <a:off x="6852897" y="255991"/>
            <a:ext cx="5350584" cy="808348"/>
          </a:xfrm>
          <a:custGeom>
            <a:avLst/>
            <a:gdLst/>
            <a:ahLst/>
            <a:cxnLst/>
            <a:rect l="l" t="t" r="r" b="b"/>
            <a:pathLst>
              <a:path w="4383788" h="527584" extrusionOk="0">
                <a:moveTo>
                  <a:pt x="0" y="527584"/>
                </a:moveTo>
                <a:lnTo>
                  <a:pt x="658256" y="0"/>
                </a:lnTo>
                <a:lnTo>
                  <a:pt x="4383338" y="271"/>
                </a:lnTo>
                <a:cubicBezTo>
                  <a:pt x="4385306" y="176042"/>
                  <a:pt x="4380066" y="351813"/>
                  <a:pt x="4382034" y="527584"/>
                </a:cubicBezTo>
                <a:lnTo>
                  <a:pt x="0" y="527584"/>
                </a:lnTo>
                <a:close/>
              </a:path>
            </a:pathLst>
          </a:cu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6"/>
          <p:cNvSpPr/>
          <p:nvPr/>
        </p:nvSpPr>
        <p:spPr>
          <a:xfrm>
            <a:off x="-16805" y="6404124"/>
            <a:ext cx="10380005" cy="296333"/>
          </a:xfrm>
          <a:custGeom>
            <a:avLst/>
            <a:gdLst/>
            <a:ahLst/>
            <a:cxnLst/>
            <a:rect l="l" t="t" r="r" b="b"/>
            <a:pathLst>
              <a:path w="7785004" h="222250" extrusionOk="0">
                <a:moveTo>
                  <a:pt x="5774" y="0"/>
                </a:moveTo>
                <a:lnTo>
                  <a:pt x="7785004" y="0"/>
                </a:lnTo>
                <a:lnTo>
                  <a:pt x="7562754" y="222250"/>
                </a:lnTo>
                <a:lnTo>
                  <a:pt x="0" y="222250"/>
                </a:lnTo>
                <a:lnTo>
                  <a:pt x="5774" y="0"/>
                </a:lnTo>
                <a:close/>
              </a:path>
            </a:pathLst>
          </a:custGeom>
          <a:solidFill>
            <a:srgbClr val="330217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6"/>
          <p:cNvSpPr/>
          <p:nvPr/>
        </p:nvSpPr>
        <p:spPr>
          <a:xfrm rot="10800000">
            <a:off x="10140177" y="6404124"/>
            <a:ext cx="2070008" cy="296333"/>
          </a:xfrm>
          <a:custGeom>
            <a:avLst/>
            <a:gdLst/>
            <a:ahLst/>
            <a:cxnLst/>
            <a:rect l="l" t="t" r="r" b="b"/>
            <a:pathLst>
              <a:path w="1552506" h="222250" extrusionOk="0">
                <a:moveTo>
                  <a:pt x="4096" y="0"/>
                </a:moveTo>
                <a:lnTo>
                  <a:pt x="1552506" y="0"/>
                </a:lnTo>
                <a:lnTo>
                  <a:pt x="1330256" y="222250"/>
                </a:lnTo>
                <a:lnTo>
                  <a:pt x="0" y="222250"/>
                </a:lnTo>
                <a:cubicBezTo>
                  <a:pt x="1365" y="148167"/>
                  <a:pt x="2731" y="74083"/>
                  <a:pt x="409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10575768" y="6356351"/>
            <a:ext cx="701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ftr" idx="11"/>
          </p:nvPr>
        </p:nvSpPr>
        <p:spPr>
          <a:xfrm>
            <a:off x="914400" y="6356351"/>
            <a:ext cx="83373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609600" y="255992"/>
            <a:ext cx="6040581" cy="808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609600" y="1285393"/>
            <a:ext cx="10972800" cy="484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806" y="0"/>
            <a:ext cx="1222699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1">
  <p:cSld name="Layout 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9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9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17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/>
          <p:nvPr/>
        </p:nvSpPr>
        <p:spPr>
          <a:xfrm>
            <a:off x="-16805" y="6404124"/>
            <a:ext cx="10380005" cy="296333"/>
          </a:xfrm>
          <a:custGeom>
            <a:avLst/>
            <a:gdLst/>
            <a:ahLst/>
            <a:cxnLst/>
            <a:rect l="l" t="t" r="r" b="b"/>
            <a:pathLst>
              <a:path w="7785004" h="222250" extrusionOk="0">
                <a:moveTo>
                  <a:pt x="5774" y="0"/>
                </a:moveTo>
                <a:lnTo>
                  <a:pt x="7785004" y="0"/>
                </a:lnTo>
                <a:lnTo>
                  <a:pt x="7562754" y="222250"/>
                </a:lnTo>
                <a:lnTo>
                  <a:pt x="0" y="222250"/>
                </a:lnTo>
                <a:lnTo>
                  <a:pt x="5774" y="0"/>
                </a:lnTo>
                <a:close/>
              </a:path>
            </a:pathLst>
          </a:custGeom>
          <a:solidFill>
            <a:srgbClr val="330217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5"/>
          <p:cNvSpPr/>
          <p:nvPr/>
        </p:nvSpPr>
        <p:spPr>
          <a:xfrm rot="10800000">
            <a:off x="10140177" y="6404124"/>
            <a:ext cx="2070008" cy="296333"/>
          </a:xfrm>
          <a:custGeom>
            <a:avLst/>
            <a:gdLst/>
            <a:ahLst/>
            <a:cxnLst/>
            <a:rect l="l" t="t" r="r" b="b"/>
            <a:pathLst>
              <a:path w="1552506" h="222250" extrusionOk="0">
                <a:moveTo>
                  <a:pt x="4096" y="0"/>
                </a:moveTo>
                <a:lnTo>
                  <a:pt x="1552506" y="0"/>
                </a:lnTo>
                <a:lnTo>
                  <a:pt x="1330256" y="222250"/>
                </a:lnTo>
                <a:lnTo>
                  <a:pt x="0" y="222250"/>
                </a:lnTo>
                <a:cubicBezTo>
                  <a:pt x="1365" y="148167"/>
                  <a:pt x="2731" y="74083"/>
                  <a:pt x="4096" y="0"/>
                </a:cubicBez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5"/>
          <p:cNvSpPr txBox="1"/>
          <p:nvPr/>
        </p:nvSpPr>
        <p:spPr>
          <a:xfrm>
            <a:off x="10575768" y="6379443"/>
            <a:ext cx="7018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1333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sz="1333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" name="Google Shape;13;p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9601" y="6369728"/>
            <a:ext cx="68595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333" b="0" i="0" u="none" strike="noStrike" cap="none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Wm Michael Barnes ’64 Department of Industrial and Systems Engineering 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43" cy="80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  <a:defRPr sz="18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6" name="Google Shape;16;p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2024" y="44427"/>
            <a:ext cx="3090376" cy="13019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5472545" y="1393150"/>
            <a:ext cx="6730936" cy="1500909"/>
          </a:xfrm>
          <a:custGeom>
            <a:avLst/>
            <a:gdLst/>
            <a:ahLst/>
            <a:cxnLst/>
            <a:rect l="l" t="t" r="r" b="b"/>
            <a:pathLst>
              <a:path w="4052095" h="533051" extrusionOk="0">
                <a:moveTo>
                  <a:pt x="0" y="533051"/>
                </a:moveTo>
                <a:lnTo>
                  <a:pt x="470504" y="0"/>
                </a:lnTo>
                <a:lnTo>
                  <a:pt x="4051645" y="5738"/>
                </a:lnTo>
                <a:cubicBezTo>
                  <a:pt x="4053613" y="181509"/>
                  <a:pt x="4048373" y="357280"/>
                  <a:pt x="4050341" y="533051"/>
                </a:cubicBezTo>
                <a:lnTo>
                  <a:pt x="0" y="53305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5032911" y="4294780"/>
            <a:ext cx="5621525" cy="507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lang="en-US" sz="2133" b="1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DAEN 460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lang="en-US" sz="2133" b="1" dirty="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Phase 1 Kickoff</a:t>
            </a: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2133" b="1" i="0" u="none" strike="noStrike" cap="none" dirty="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endParaRPr sz="1867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 txBox="1"/>
          <p:nvPr/>
        </p:nvSpPr>
        <p:spPr>
          <a:xfrm>
            <a:off x="1537564" y="3458033"/>
            <a:ext cx="9116873" cy="85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7"/>
              <a:buFont typeface="Arial"/>
              <a:buNone/>
            </a:pPr>
            <a:r>
              <a:rPr lang="en-US" sz="4267" b="0" i="0" u="none" strike="noStrike" cap="none" dirty="0">
                <a:solidFill>
                  <a:srgbClr val="FFFFF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Communication Activity</a:t>
            </a:r>
            <a:endParaRPr sz="1867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11551" y="1725189"/>
            <a:ext cx="5885493" cy="876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9CFC029-3AC8-254D-04D3-AB90E75F3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5ea1336db_0_0">
            <a:extLst>
              <a:ext uri="{FF2B5EF4-FFF2-40B4-BE49-F238E27FC236}">
                <a16:creationId xmlns:a16="http://schemas.microsoft.com/office/drawing/2014/main" id="{EBBC53F4-322B-434B-394D-A72393290B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dirty="0"/>
              <a:t>Speaking Activity</a:t>
            </a:r>
            <a:endParaRPr sz="4800" dirty="0"/>
          </a:p>
        </p:txBody>
      </p:sp>
      <p:sp>
        <p:nvSpPr>
          <p:cNvPr id="55" name="Google Shape;55;g2b5ea1336db_0_0">
            <a:extLst>
              <a:ext uri="{FF2B5EF4-FFF2-40B4-BE49-F238E27FC236}">
                <a16:creationId xmlns:a16="http://schemas.microsoft.com/office/drawing/2014/main" id="{3C8A7CD4-F7CB-9437-D300-F49225788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00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800" dirty="0"/>
              <a:t>Answer a funny question in ~30 seconds</a:t>
            </a:r>
          </a:p>
          <a:p>
            <a:r>
              <a:rPr lang="en-US" sz="2800" dirty="0"/>
              <a:t>Each group member answers the same question</a:t>
            </a:r>
          </a:p>
          <a:p>
            <a:r>
              <a:rPr lang="en-US" sz="2800" dirty="0"/>
              <a:t>Focus on eye contact with audience</a:t>
            </a:r>
          </a:p>
          <a:p>
            <a:r>
              <a:rPr lang="en-US" sz="2800" dirty="0"/>
              <a:t>Look at all sides of room</a:t>
            </a:r>
          </a:p>
        </p:txBody>
      </p:sp>
    </p:spTree>
    <p:extLst>
      <p:ext uri="{BB962C8B-B14F-4D97-AF65-F5344CB8AC3E}">
        <p14:creationId xmlns:p14="http://schemas.microsoft.com/office/powerpoint/2010/main" val="1313370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b5ea1336db_0_0"/>
          <p:cNvSpPr txBox="1">
            <a:spLocks noGrp="1"/>
          </p:cNvSpPr>
          <p:nvPr>
            <p:ph type="title"/>
          </p:nvPr>
        </p:nvSpPr>
        <p:spPr>
          <a:xfrm>
            <a:off x="609600" y="255991"/>
            <a:ext cx="5886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800" dirty="0"/>
              <a:t>Funny Questions</a:t>
            </a:r>
            <a:endParaRPr sz="4800" dirty="0"/>
          </a:p>
        </p:txBody>
      </p:sp>
      <p:sp>
        <p:nvSpPr>
          <p:cNvPr id="55" name="Google Shape;55;g2b5ea1336db_0_0"/>
          <p:cNvSpPr txBox="1">
            <a:spLocks noGrp="1"/>
          </p:cNvSpPr>
          <p:nvPr>
            <p:ph type="body" idx="1"/>
          </p:nvPr>
        </p:nvSpPr>
        <p:spPr>
          <a:xfrm>
            <a:off x="609600" y="1439334"/>
            <a:ext cx="10974900" cy="4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dirty="0"/>
              <a:t>If you were a kitchen appliance, which one would you be and why?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the strangest thing you’ve ever eaten? Why did you eat it?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animals could talk, which one would you argue with the most?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a ridiculous invention idea you’d pitch on Shark Tank?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 were famous, what would you be famous for and why?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the weirdest thing you believed as a kid?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 had to live in a TV show, which one would it be and why?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the silliest outfit you’ve ever worn?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your pet could talk, what’s the first thing they’d say to you?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 could only eat one food for the rest of your life, what would it be and why??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the most embarrassing trend you’ve ever participated in?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 had a catchphrase, what would it be?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the most awkward thing you’ve ever done in public?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 could create a new holiday, what would it celebrate?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If you were a meme, what would your caption be?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What’s the most random thing in your fridge right now?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248</Words>
  <Application>Microsoft Macintosh PowerPoint</Application>
  <PresentationFormat>Widescreen</PresentationFormat>
  <Paragraphs>28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Libre Franklin</vt:lpstr>
      <vt:lpstr>Libre Franklin Medium</vt:lpstr>
      <vt:lpstr>Arial</vt:lpstr>
      <vt:lpstr>Calibri</vt:lpstr>
      <vt:lpstr>1_Office Theme</vt:lpstr>
      <vt:lpstr>PowerPoint Presentation</vt:lpstr>
      <vt:lpstr>Speaking Activity</vt:lpstr>
      <vt:lpstr>Funny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Miller, Scott S</dc:creator>
  <cp:lastModifiedBy>Abuabara, Alexander</cp:lastModifiedBy>
  <cp:revision>4</cp:revision>
  <dcterms:created xsi:type="dcterms:W3CDTF">2024-01-09T14:08:13Z</dcterms:created>
  <dcterms:modified xsi:type="dcterms:W3CDTF">2026-01-27T18:27:26Z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0x01010098F69DA98867094E8DD383E9331D81C6</vt:lpwstr>
  </property>
</Properties>
</file>