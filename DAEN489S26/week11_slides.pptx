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93" r:id="rId3"/>
    <p:sldId id="306" r:id="rId4"/>
    <p:sldId id="307" r:id="rId5"/>
    <p:sldId id="316" r:id="rId6"/>
    <p:sldId id="308" r:id="rId7"/>
    <p:sldId id="309" r:id="rId8"/>
    <p:sldId id="310" r:id="rId9"/>
    <p:sldId id="311" r:id="rId10"/>
    <p:sldId id="312" r:id="rId11"/>
    <p:sldId id="313" r:id="rId12"/>
    <p:sldId id="315" r:id="rId13"/>
    <p:sldId id="314" r:id="rId14"/>
    <p:sldId id="305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154"/>
    <p:restoredTop sz="95545"/>
  </p:normalViewPr>
  <p:slideViewPr>
    <p:cSldViewPr snapToGrid="0">
      <p:cViewPr varScale="1">
        <p:scale>
          <a:sx n="113" d="100"/>
          <a:sy n="113" d="100"/>
        </p:scale>
        <p:origin x="10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4FB6DC-B598-8B49-8FDB-37BE75E655A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5A32-F46A-7344-9EED-8329BFD459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731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122363"/>
            <a:ext cx="82296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199" y="3602038"/>
            <a:ext cx="8229599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A6D9-2D7F-9442-BED1-4D7FFC9A34F4}" type="datetime1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5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E58ED-569E-7141-BEA4-8F66F85D6EA8}" type="datetime1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0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09739"/>
            <a:ext cx="8229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589464"/>
            <a:ext cx="8229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2CD10-D7BB-1A41-A802-BCEB6EE7274C}" type="datetime1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383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96072"/>
            <a:ext cx="4057650" cy="45808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96072"/>
            <a:ext cx="4057650" cy="4580891"/>
          </a:xfrm>
          <a:solidFill>
            <a:srgbClr val="002060"/>
          </a:solidFill>
        </p:spPr>
        <p:txBody>
          <a:bodyPr/>
          <a:lstStyle>
            <a:lvl1pPr>
              <a:buNone/>
              <a:defRPr sz="1600" b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buNone/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63A2C-1A5C-EB4D-A972-6AE3285E62FE}" type="datetime1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86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126"/>
            <a:ext cx="8229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81163"/>
            <a:ext cx="4040982" cy="549081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96932"/>
            <a:ext cx="4040982" cy="3792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4057650" cy="549081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96932"/>
            <a:ext cx="4057650" cy="3792731"/>
          </a:xfrm>
          <a:solidFill>
            <a:srgbClr val="002060"/>
          </a:solidFill>
        </p:spPr>
        <p:txBody>
          <a:bodyPr/>
          <a:lstStyle>
            <a:lvl1pPr>
              <a:buNone/>
              <a:defRPr sz="16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0F2D4-C57D-2449-85CE-67A0F42FDA3B}" type="datetime1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008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5B4F-A2D4-8548-B798-9B676580887F}" type="datetime1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247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3453A-5CCA-2B47-B840-00C815B24B38}" type="datetime1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1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36524"/>
            <a:ext cx="8229600" cy="12801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517"/>
            <a:ext cx="8229600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50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088FA9-E09B-F247-9C69-3141F5729F41}" type="datetime1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43200" y="6356351"/>
            <a:ext cx="3657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2940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433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r-spatial.org/book/15-Measures.html" TargetMode="External"/><Relationship Id="rId2" Type="http://schemas.openxmlformats.org/officeDocument/2006/relationships/hyperlink" Target="https://cran.r-project.org/web/packages/geostan/vignettes/measuring-sa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r-spatial.org/book/12-Interpolation.html" TargetMode="External"/><Relationship Id="rId4" Type="http://schemas.openxmlformats.org/officeDocument/2006/relationships/hyperlink" Target="https://r-spatial.org/book/11-PointPattern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1E524-E5FF-51D1-243B-26982FBA4E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Reprojecting &amp; I/O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E24C6C-7F39-D280-5F4E-FDDD50584F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Alexander Abuabara</a:t>
            </a:r>
          </a:p>
          <a:p>
            <a:r>
              <a:rPr lang="en-US" dirty="0"/>
              <a:t>DAEN 489 ISEN 489 Spring 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A8EBE0-BF84-E506-2E75-D9731D5BB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48" y="5861278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912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D78D7-14D6-AD3F-99CA-EA474511F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Project Proposal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76504-BF4C-DF04-8302-F9D0D786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146516"/>
            <a:ext cx="8229599" cy="520983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2AB96-D365-6614-A563-B0F41B0AC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9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BA7E6-FDB6-2DD9-6F3D-F8CDF694E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714B7-B775-FCC0-BDC4-0D698338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satisfying and important aspect of geographic research is communicating the results.</a:t>
            </a:r>
          </a:p>
          <a:p>
            <a:r>
              <a:rPr lang="en-US" dirty="0"/>
              <a:t>Map-making (the art of cartography) is an ancient skill involving communication, attention to detail, and an element of creativity.</a:t>
            </a:r>
          </a:p>
          <a:p>
            <a:r>
              <a:rPr lang="en-US" dirty="0"/>
              <a:t>Static mapping in R is straightforward with the plot() function, as we saw.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222FB-DA6D-2756-74EE-F36E757FA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286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94615-3E7A-9ACF-757D-C61D0993E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143E4-07EA-D14A-1317-DA2ADDEF4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focus of this week, however, is cartography with dedicated map-making packages.</a:t>
            </a:r>
          </a:p>
          <a:p>
            <a:r>
              <a:rPr lang="en-US" dirty="0"/>
              <a:t>When learning a new skill, it makes sense to gain depth-of-knowledge in one area before branching out.</a:t>
            </a:r>
          </a:p>
          <a:p>
            <a:pPr lvl="1"/>
            <a:r>
              <a:rPr lang="en-US" dirty="0"/>
              <a:t>Map-making is no exception.</a:t>
            </a:r>
          </a:p>
          <a:p>
            <a:r>
              <a:rPr lang="en-US" dirty="0"/>
              <a:t>A carefully crafted map can be the best way of communicating the results of your work.</a:t>
            </a:r>
          </a:p>
          <a:p>
            <a:pPr lvl="1"/>
            <a:r>
              <a:rPr lang="en-US" dirty="0"/>
              <a:t>But poorly designed maps can leave a bad impression.</a:t>
            </a:r>
          </a:p>
          <a:p>
            <a:pPr lvl="1"/>
            <a:r>
              <a:rPr lang="en-US" dirty="0"/>
              <a:t>Common design issues include:</a:t>
            </a:r>
          </a:p>
          <a:p>
            <a:pPr lvl="2"/>
            <a:r>
              <a:rPr lang="en-US" dirty="0"/>
              <a:t>Poor placement, size and readability of text,</a:t>
            </a:r>
          </a:p>
          <a:p>
            <a:pPr lvl="2"/>
            <a:r>
              <a:rPr lang="en-US" dirty="0"/>
              <a:t>Careless selection of colors.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66394-FC05-D7A7-428D-204B07259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77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CDC9E-2CBF-62CB-9EC0-C8C62B509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7F2494-6C21-BC7D-7A9D-1B6669F4B1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simplify complex spatial datasets without losing integrity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4AC5C-245A-7090-C545-EF078E47B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556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37523D7-3FD0-2714-1E85-4D110673F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maps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B4E3D-5C6C-3D1F-FC83-3C3D5EE29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665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45FB5-2A4E-82FF-054C-159B31C3F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E2A95E-8B3D-F6E3-F3A4-A92D41FC6E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E8E2B-704B-9D42-F0E4-755195ECE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498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320E9-B191-430C-0C03-2CE73DB17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D6680E6-21FB-B9FC-B921-FB08AF5D8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Animated maps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202AD-F5C4-00F7-743A-FA6ECFBC4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1113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BE119-69AC-2958-CE32-2C414B4DE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ED7C4-A5EA-C3C4-91E9-186BC945A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31457-74FC-5DB0-4CD9-FAEAD5F7F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2F613-5612-6D1C-A596-EF36633EB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75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F5D6C-A8DA-73B8-2114-F48DD715F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0359EC1-5698-4292-410B-7F0358B35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Interactive maps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868F4-0621-D21D-0EF3-2F2D268C4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375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22A68-EF06-100A-3BF1-68AFE22C9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A898A-1A9C-6725-65FD-ADCF83F27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120AB-187D-B899-1A3E-7CC12F6C3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CC0E9-0E1A-31B5-4EAA-0970B8426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734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57D37-5C69-905D-6C0A-B3699FC95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C2500EA-3E20-82BD-2C3F-E9229E077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Mapping applications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17F24-7728-5B60-D9E5-2CCC802DF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8393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28F41-73AF-2FE0-18CE-2743A6437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0FB9D-E7E4-FE1B-1A19-9A2E84682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794CF-6B0A-B06F-DFF3-9A1B2BE0C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A18C70-EF25-DA32-D7F2-91859E102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294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778A9-DF75-760E-5946-D5CB9BB0C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C69DB-0DB5-ECA1-24D0-4233342F2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 started with statistical learning</a:t>
            </a:r>
          </a:p>
          <a:p>
            <a:pPr lvl="1"/>
            <a:r>
              <a:rPr lang="en-US" dirty="0"/>
              <a:t>Exploratory spatial data analysis</a:t>
            </a:r>
            <a:br>
              <a:rPr lang="en-US" dirty="0"/>
            </a:br>
            <a:r>
              <a:rPr lang="en-US" sz="1600" dirty="0">
                <a:hlinkClick r:id="rId2"/>
              </a:rPr>
              <a:t>https://cran.r-project.org/web/packages/geostan/vignettes/measuring-sa.html</a:t>
            </a:r>
            <a:endParaRPr lang="en-US" sz="1600" dirty="0"/>
          </a:p>
          <a:p>
            <a:pPr lvl="1"/>
            <a:r>
              <a:rPr lang="en-US" dirty="0"/>
              <a:t>Measures of spatial autocorrelation</a:t>
            </a:r>
            <a:br>
              <a:rPr lang="en-US" dirty="0"/>
            </a:br>
            <a:r>
              <a:rPr lang="en-US" sz="1600" dirty="0">
                <a:hlinkClick r:id="rId3"/>
              </a:rPr>
              <a:t>https://r-spatial.org/book/15-Measures.html</a:t>
            </a:r>
            <a:endParaRPr lang="en-US" sz="1600" dirty="0"/>
          </a:p>
          <a:p>
            <a:pPr lvl="1"/>
            <a:r>
              <a:rPr lang="en-US" dirty="0"/>
              <a:t>Point pattern analysis</a:t>
            </a:r>
            <a:br>
              <a:rPr lang="en-US" dirty="0"/>
            </a:br>
            <a:r>
              <a:rPr lang="en-US" sz="1600" dirty="0">
                <a:hlinkClick r:id="rId4"/>
              </a:rPr>
              <a:t>https://r-spatial.org/book/11-PointPattern.html</a:t>
            </a:r>
            <a:endParaRPr lang="en-US" dirty="0"/>
          </a:p>
          <a:p>
            <a:pPr lvl="1"/>
            <a:r>
              <a:rPr lang="en-US" dirty="0"/>
              <a:t>Spatial interpolation</a:t>
            </a:r>
            <a:br>
              <a:rPr lang="en-US" dirty="0"/>
            </a:br>
            <a:r>
              <a:rPr lang="en-US" sz="1600" dirty="0">
                <a:hlinkClick r:id="rId5"/>
              </a:rPr>
              <a:t>https://r-spatial.org/book/12-Interpolation.html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08ED0-60BE-81B0-39D1-0C0EE44FD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416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AD8946F-0F31-3B4A-8CB9-5FA22C3CE7DB}" vid="{C0D572B3-B117-984B-94A9-96E09E0151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282</TotalTime>
  <Words>260</Words>
  <Application>Microsoft Macintosh PowerPoint</Application>
  <PresentationFormat>On-screen Show (4:3)</PresentationFormat>
  <Paragraphs>40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Consolas</vt:lpstr>
      <vt:lpstr>Office Theme</vt:lpstr>
      <vt:lpstr>Reprojecting &amp; I/O</vt:lpstr>
      <vt:lpstr>Project Proposal Updates</vt:lpstr>
      <vt:lpstr>Introduction</vt:lpstr>
      <vt:lpstr>PowerPoint Presentation</vt:lpstr>
      <vt:lpstr>PowerPoint Presentation</vt:lpstr>
      <vt:lpstr>Static maps</vt:lpstr>
      <vt:lpstr>PowerPoint Presentation</vt:lpstr>
      <vt:lpstr>Animated maps</vt:lpstr>
      <vt:lpstr>PowerPoint Presentation</vt:lpstr>
      <vt:lpstr>Interactive maps</vt:lpstr>
      <vt:lpstr>PowerPoint Presentation</vt:lpstr>
      <vt:lpstr>Mapping applications</vt:lpstr>
      <vt:lpstr>PowerPoint Presentation</vt:lpstr>
      <vt:lpstr>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Abuabara</dc:creator>
  <cp:lastModifiedBy>Alexander Abuabara</cp:lastModifiedBy>
  <cp:revision>82</cp:revision>
  <dcterms:created xsi:type="dcterms:W3CDTF">2026-03-25T20:47:13Z</dcterms:created>
  <dcterms:modified xsi:type="dcterms:W3CDTF">2026-03-30T18:32:18Z</dcterms:modified>
</cp:coreProperties>
</file>